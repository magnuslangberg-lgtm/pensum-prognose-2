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letter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E8A137-D892-432B-A4CE-72FDEC0F7FDF}" v="3" dt="2026-02-24T13:17:04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3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innhold 1"/>
          <p:cNvSpPr>
            <a:spLocks noGrp="1"/>
          </p:cNvSpPr>
          <p:nvPr>
            <p:ph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esentation Sudio Pag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1" y="0"/>
            <a:ext cx="887505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256882-87bc-455b-9c3e-38007a0d6aff">
      <Terms xmlns="http://schemas.microsoft.com/office/infopath/2007/PartnerControls"/>
    </lcf76f155ced4ddcb4097134ff3c332f>
    <TaxCatchAll xmlns="3afb184f-c94b-4f26-b5de-ec4cd5693b72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48343E7AE90814998107EF6D97F6EE7" ma:contentTypeVersion="19" ma:contentTypeDescription="Opprett et nytt dokument." ma:contentTypeScope="" ma:versionID="3a5fc2cbcf5ac35ed502ef9e01de4b08">
  <xsd:schema xmlns:xsd="http://www.w3.org/2001/XMLSchema" xmlns:xs="http://www.w3.org/2001/XMLSchema" xmlns:p="http://schemas.microsoft.com/office/2006/metadata/properties" xmlns:ns2="57256882-87bc-455b-9c3e-38007a0d6aff" xmlns:ns3="3afb184f-c94b-4f26-b5de-ec4cd5693b72" targetNamespace="http://schemas.microsoft.com/office/2006/metadata/properties" ma:root="true" ma:fieldsID="39952531468fca4b1dcf912f3b388053" ns2:_="" ns3:_="">
    <xsd:import namespace="57256882-87bc-455b-9c3e-38007a0d6aff"/>
    <xsd:import namespace="3afb184f-c94b-4f26-b5de-ec4cd5693b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56882-87bc-455b-9c3e-38007a0d6a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emerkelapper" ma:readOnly="false" ma:fieldId="{5cf76f15-5ced-4ddc-b409-7134ff3c332f}" ma:taxonomyMulti="true" ma:sspId="a550ba90-fdd4-482a-a791-d8744d258d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fb184f-c94b-4f26-b5de-ec4cd5693b7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1b1275f-ef78-47ac-8825-5bd4fbb9cbaf}" ma:internalName="TaxCatchAll" ma:showField="CatchAllData" ma:web="3afb184f-c94b-4f26-b5de-ec4cd5693b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3724F1-3D0C-4F1A-A960-0DCFE74F74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911E25-173A-455B-9E22-F2A927A4F676}">
  <ds:schemaRefs>
    <ds:schemaRef ds:uri="http://schemas.microsoft.com/office/2006/metadata/properties"/>
    <ds:schemaRef ds:uri="http://purl.org/dc/elements/1.1/"/>
    <ds:schemaRef ds:uri="http://purl.org/dc/dcmitype/"/>
    <ds:schemaRef ds:uri="http://purl.org/dc/terms/"/>
    <ds:schemaRef ds:uri="57256882-87bc-455b-9c3e-38007a0d6aff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3afb184f-c94b-4f26-b5de-ec4cd5693b72"/>
  </ds:schemaRefs>
</ds:datastoreItem>
</file>

<file path=customXml/itemProps3.xml><?xml version="1.0" encoding="utf-8"?>
<ds:datastoreItem xmlns:ds="http://schemas.openxmlformats.org/officeDocument/2006/customXml" ds:itemID="{E5A6F268-FE87-4DDF-AD80-3D4445D94D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56882-87bc-455b-9c3e-38007a0d6aff"/>
    <ds:schemaRef ds:uri="3afb184f-c94b-4f26-b5de-ec4cd5693b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Letter (8,5 x 11 tommer)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0" baseType="lpstr"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Magnus Kløvstad Langberg</dc:creator>
  <cp:lastModifiedBy>Magnus Kløvstad Langberg</cp:lastModifiedBy>
  <cp:revision>1</cp:revision>
  <dcterms:modified xsi:type="dcterms:W3CDTF">2026-02-26T17:15:48Z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0x010100E48343E7AE90814998107EF6D97F6EE7</vt:lpwstr>
  </property>
</Properties>
</file>